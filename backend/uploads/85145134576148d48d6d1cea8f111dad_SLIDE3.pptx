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>
        <p:scale>
          <a:sx n="66" d="100"/>
          <a:sy n="66" d="100"/>
        </p:scale>
        <p:origin x="-1630" y="-7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51BFA-DD2C-4F1E-981C-CD8ADBD213D4}" type="doc">
      <dgm:prSet loTypeId="urn:microsoft.com/office/officeart/2005/8/layout/hChevron3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9EA98C-3112-474A-9E27-AAFBDCD2E12F}">
      <dgm:prSet phldrT="[Text]"/>
      <dgm:spPr>
        <a:solidFill>
          <a:schemeClr val="tx2"/>
        </a:solidFill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1" i="0" dirty="0" smtClean="0">
              <a:latin typeface="Arial Black" pitchFamily="34" charset="0"/>
            </a:rPr>
            <a:t>1.MVP</a:t>
          </a:r>
        </a:p>
      </dgm:t>
    </dgm:pt>
    <dgm:pt modelId="{E61EC456-0941-4038-9171-773B037A4754}" type="parTrans" cxnId="{986CE249-1BF9-4E02-89F8-E00A151DAFC3}">
      <dgm:prSet/>
      <dgm:spPr/>
      <dgm:t>
        <a:bodyPr/>
        <a:lstStyle/>
        <a:p>
          <a:endParaRPr lang="en-IN"/>
        </a:p>
      </dgm:t>
    </dgm:pt>
    <dgm:pt modelId="{0A81D325-D1B9-4DD2-9F5D-50DAB9C3B124}" type="sibTrans" cxnId="{986CE249-1BF9-4E02-89F8-E00A151DAFC3}">
      <dgm:prSet/>
      <dgm:spPr/>
      <dgm:t>
        <a:bodyPr/>
        <a:lstStyle/>
        <a:p>
          <a:endParaRPr lang="en-IN"/>
        </a:p>
      </dgm:t>
    </dgm:pt>
    <dgm:pt modelId="{6E0DEF46-CED8-4388-9D78-BD357A2AE5F5}">
      <dgm:prSet phldrT="[Text]"/>
      <dgm:spPr>
        <a:solidFill>
          <a:schemeClr val="tx2"/>
        </a:solidFill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1" dirty="0" smtClean="0">
              <a:latin typeface="Arial Black" pitchFamily="34" charset="0"/>
            </a:rPr>
            <a:t>2.TEST</a:t>
          </a:r>
          <a:endParaRPr lang="en-IN" b="1" dirty="0">
            <a:latin typeface="Arial Black" pitchFamily="34" charset="0"/>
          </a:endParaRPr>
        </a:p>
      </dgm:t>
    </dgm:pt>
    <dgm:pt modelId="{03A3C7C7-64F1-4B1B-BC09-96D9E69C5372}" type="parTrans" cxnId="{BF2ED700-CB86-42FF-B852-0B2736616EB6}">
      <dgm:prSet/>
      <dgm:spPr/>
      <dgm:t>
        <a:bodyPr/>
        <a:lstStyle/>
        <a:p>
          <a:endParaRPr lang="en-IN"/>
        </a:p>
      </dgm:t>
    </dgm:pt>
    <dgm:pt modelId="{13F3090D-63E2-4C5B-B62E-8B19FF60BC31}" type="sibTrans" cxnId="{BF2ED700-CB86-42FF-B852-0B2736616EB6}">
      <dgm:prSet/>
      <dgm:spPr/>
      <dgm:t>
        <a:bodyPr/>
        <a:lstStyle/>
        <a:p>
          <a:endParaRPr lang="en-IN"/>
        </a:p>
      </dgm:t>
    </dgm:pt>
    <dgm:pt modelId="{8413BFD3-3D1F-4079-A28B-541CE0A9A9F1}">
      <dgm:prSet phldrT="[Text]"/>
      <dgm:spPr>
        <a:solidFill>
          <a:schemeClr val="tx2"/>
        </a:solidFill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1" dirty="0" smtClean="0">
              <a:latin typeface="Arial Black" pitchFamily="34" charset="0"/>
            </a:rPr>
            <a:t>3.INTEGRATE</a:t>
          </a:r>
          <a:endParaRPr lang="en-IN" b="1" dirty="0">
            <a:latin typeface="Arial Black" pitchFamily="34" charset="0"/>
          </a:endParaRPr>
        </a:p>
      </dgm:t>
    </dgm:pt>
    <dgm:pt modelId="{CA6AA1E9-11A3-4C82-AE01-067D791A9AE6}" type="parTrans" cxnId="{B5FF7A65-47BE-4C71-A02A-4518EACC02F8}">
      <dgm:prSet/>
      <dgm:spPr/>
      <dgm:t>
        <a:bodyPr/>
        <a:lstStyle/>
        <a:p>
          <a:endParaRPr lang="en-IN"/>
        </a:p>
      </dgm:t>
    </dgm:pt>
    <dgm:pt modelId="{39A70CA3-4CFE-4F5D-99F3-EB379680F67A}" type="sibTrans" cxnId="{B5FF7A65-47BE-4C71-A02A-4518EACC02F8}">
      <dgm:prSet/>
      <dgm:spPr/>
      <dgm:t>
        <a:bodyPr/>
        <a:lstStyle/>
        <a:p>
          <a:endParaRPr lang="en-IN"/>
        </a:p>
      </dgm:t>
    </dgm:pt>
    <dgm:pt modelId="{54F0D6E4-D65A-475B-91C3-6F8A6E90CCC2}">
      <dgm:prSet phldrT="[Text]"/>
      <dgm:spPr>
        <a:solidFill>
          <a:schemeClr val="tx2"/>
        </a:solidFill>
        <a:ln>
          <a:solidFill>
            <a:schemeClr val="accent5">
              <a:lumMod val="20000"/>
              <a:lumOff val="80000"/>
            </a:schemeClr>
          </a:solidFill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1" dirty="0" smtClean="0">
              <a:latin typeface="Arial Black" pitchFamily="34" charset="0"/>
            </a:rPr>
            <a:t>4.SCALE</a:t>
          </a:r>
          <a:endParaRPr lang="en-IN" b="1" dirty="0">
            <a:latin typeface="Arial Black" pitchFamily="34" charset="0"/>
          </a:endParaRPr>
        </a:p>
      </dgm:t>
    </dgm:pt>
    <dgm:pt modelId="{C3DC44D6-79C4-443D-96DA-F15FB095500A}" type="parTrans" cxnId="{5A41A006-C6D8-44B4-BE8C-F496483E2D33}">
      <dgm:prSet/>
      <dgm:spPr/>
      <dgm:t>
        <a:bodyPr/>
        <a:lstStyle/>
        <a:p>
          <a:endParaRPr lang="en-IN"/>
        </a:p>
      </dgm:t>
    </dgm:pt>
    <dgm:pt modelId="{A6875635-7FCA-449E-9DCD-1090CAB1B818}" type="sibTrans" cxnId="{5A41A006-C6D8-44B4-BE8C-F496483E2D33}">
      <dgm:prSet/>
      <dgm:spPr/>
      <dgm:t>
        <a:bodyPr/>
        <a:lstStyle/>
        <a:p>
          <a:endParaRPr lang="en-IN"/>
        </a:p>
      </dgm:t>
    </dgm:pt>
    <dgm:pt modelId="{79226092-F67B-49D3-A679-A87FB88BAB81}" type="pres">
      <dgm:prSet presAssocID="{25951BFA-DD2C-4F1E-981C-CD8ADBD213D4}" presName="Name0" presStyleCnt="0">
        <dgm:presLayoutVars>
          <dgm:dir/>
          <dgm:resizeHandles val="exact"/>
        </dgm:presLayoutVars>
      </dgm:prSet>
      <dgm:spPr/>
    </dgm:pt>
    <dgm:pt modelId="{33FC2812-F9E3-4421-98B7-7F0AFE9C38E6}" type="pres">
      <dgm:prSet presAssocID="{5C9EA98C-3112-474A-9E27-AAFBDCD2E12F}" presName="parTxOnly" presStyleLbl="node1" presStyleIdx="0" presStyleCnt="4" custLinFactNeighborX="-18922" custLinFactNeighborY="-128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F28C456-6BC9-45A3-817A-425B19889B36}" type="pres">
      <dgm:prSet presAssocID="{0A81D325-D1B9-4DD2-9F5D-50DAB9C3B124}" presName="parSpace" presStyleCnt="0"/>
      <dgm:spPr/>
    </dgm:pt>
    <dgm:pt modelId="{DFAAD142-47BD-4608-B8CB-05140AD58B67}" type="pres">
      <dgm:prSet presAssocID="{6E0DEF46-CED8-4388-9D78-BD357A2AE5F5}" presName="parTxOnly" presStyleLbl="node1" presStyleIdx="1" presStyleCnt="4">
        <dgm:presLayoutVars>
          <dgm:bulletEnabled val="1"/>
        </dgm:presLayoutVars>
      </dgm:prSet>
      <dgm:spPr/>
    </dgm:pt>
    <dgm:pt modelId="{02555AF0-081B-40B7-AA94-23A79B37C58B}" type="pres">
      <dgm:prSet presAssocID="{13F3090D-63E2-4C5B-B62E-8B19FF60BC31}" presName="parSpace" presStyleCnt="0"/>
      <dgm:spPr/>
    </dgm:pt>
    <dgm:pt modelId="{FBDD6EBB-4A8D-400C-855F-DBD2516205DD}" type="pres">
      <dgm:prSet presAssocID="{8413BFD3-3D1F-4079-A28B-541CE0A9A9F1}" presName="parTxOnly" presStyleLbl="node1" presStyleIdx="2" presStyleCnt="4">
        <dgm:presLayoutVars>
          <dgm:bulletEnabled val="1"/>
        </dgm:presLayoutVars>
      </dgm:prSet>
      <dgm:spPr/>
    </dgm:pt>
    <dgm:pt modelId="{FD53AF77-2E0D-423C-B9B0-6A1FD23ACFC3}" type="pres">
      <dgm:prSet presAssocID="{39A70CA3-4CFE-4F5D-99F3-EB379680F67A}" presName="parSpace" presStyleCnt="0"/>
      <dgm:spPr/>
    </dgm:pt>
    <dgm:pt modelId="{822D7ADB-6FB5-4EBB-8C61-68B88782D634}" type="pres">
      <dgm:prSet presAssocID="{54F0D6E4-D65A-475B-91C3-6F8A6E90CCC2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5A41A006-C6D8-44B4-BE8C-F496483E2D33}" srcId="{25951BFA-DD2C-4F1E-981C-CD8ADBD213D4}" destId="{54F0D6E4-D65A-475B-91C3-6F8A6E90CCC2}" srcOrd="3" destOrd="0" parTransId="{C3DC44D6-79C4-443D-96DA-F15FB095500A}" sibTransId="{A6875635-7FCA-449E-9DCD-1090CAB1B818}"/>
    <dgm:cxn modelId="{1F4E9745-7BBE-4D55-962D-027C23A2DC81}" type="presOf" srcId="{6E0DEF46-CED8-4388-9D78-BD357A2AE5F5}" destId="{DFAAD142-47BD-4608-B8CB-05140AD58B67}" srcOrd="0" destOrd="0" presId="urn:microsoft.com/office/officeart/2005/8/layout/hChevron3"/>
    <dgm:cxn modelId="{3ABAB5B2-93B4-4FCF-88B3-D7546605F3A5}" type="presOf" srcId="{8413BFD3-3D1F-4079-A28B-541CE0A9A9F1}" destId="{FBDD6EBB-4A8D-400C-855F-DBD2516205DD}" srcOrd="0" destOrd="0" presId="urn:microsoft.com/office/officeart/2005/8/layout/hChevron3"/>
    <dgm:cxn modelId="{BF4ADF97-18D2-463E-9BA0-60F3B8EECC03}" type="presOf" srcId="{5C9EA98C-3112-474A-9E27-AAFBDCD2E12F}" destId="{33FC2812-F9E3-4421-98B7-7F0AFE9C38E6}" srcOrd="0" destOrd="0" presId="urn:microsoft.com/office/officeart/2005/8/layout/hChevron3"/>
    <dgm:cxn modelId="{B5FF7A65-47BE-4C71-A02A-4518EACC02F8}" srcId="{25951BFA-DD2C-4F1E-981C-CD8ADBD213D4}" destId="{8413BFD3-3D1F-4079-A28B-541CE0A9A9F1}" srcOrd="2" destOrd="0" parTransId="{CA6AA1E9-11A3-4C82-AE01-067D791A9AE6}" sibTransId="{39A70CA3-4CFE-4F5D-99F3-EB379680F67A}"/>
    <dgm:cxn modelId="{BF2ED700-CB86-42FF-B852-0B2736616EB6}" srcId="{25951BFA-DD2C-4F1E-981C-CD8ADBD213D4}" destId="{6E0DEF46-CED8-4388-9D78-BD357A2AE5F5}" srcOrd="1" destOrd="0" parTransId="{03A3C7C7-64F1-4B1B-BC09-96D9E69C5372}" sibTransId="{13F3090D-63E2-4C5B-B62E-8B19FF60BC31}"/>
    <dgm:cxn modelId="{610DB22A-230F-4B06-B683-11CFBCB3E565}" type="presOf" srcId="{25951BFA-DD2C-4F1E-981C-CD8ADBD213D4}" destId="{79226092-F67B-49D3-A679-A87FB88BAB81}" srcOrd="0" destOrd="0" presId="urn:microsoft.com/office/officeart/2005/8/layout/hChevron3"/>
    <dgm:cxn modelId="{8F7F732E-9259-4E96-8892-2F584C013A28}" type="presOf" srcId="{54F0D6E4-D65A-475B-91C3-6F8A6E90CCC2}" destId="{822D7ADB-6FB5-4EBB-8C61-68B88782D634}" srcOrd="0" destOrd="0" presId="urn:microsoft.com/office/officeart/2005/8/layout/hChevron3"/>
    <dgm:cxn modelId="{986CE249-1BF9-4E02-89F8-E00A151DAFC3}" srcId="{25951BFA-DD2C-4F1E-981C-CD8ADBD213D4}" destId="{5C9EA98C-3112-474A-9E27-AAFBDCD2E12F}" srcOrd="0" destOrd="0" parTransId="{E61EC456-0941-4038-9171-773B037A4754}" sibTransId="{0A81D325-D1B9-4DD2-9F5D-50DAB9C3B124}"/>
    <dgm:cxn modelId="{510759B1-D92E-42FB-B13D-46A8F686C417}" type="presParOf" srcId="{79226092-F67B-49D3-A679-A87FB88BAB81}" destId="{33FC2812-F9E3-4421-98B7-7F0AFE9C38E6}" srcOrd="0" destOrd="0" presId="urn:microsoft.com/office/officeart/2005/8/layout/hChevron3"/>
    <dgm:cxn modelId="{7EC4770B-CF01-4F84-B8A9-2379E791397E}" type="presParOf" srcId="{79226092-F67B-49D3-A679-A87FB88BAB81}" destId="{FF28C456-6BC9-45A3-817A-425B19889B36}" srcOrd="1" destOrd="0" presId="urn:microsoft.com/office/officeart/2005/8/layout/hChevron3"/>
    <dgm:cxn modelId="{524D212E-5CEF-4F21-8A9D-B1AC05043D60}" type="presParOf" srcId="{79226092-F67B-49D3-A679-A87FB88BAB81}" destId="{DFAAD142-47BD-4608-B8CB-05140AD58B67}" srcOrd="2" destOrd="0" presId="urn:microsoft.com/office/officeart/2005/8/layout/hChevron3"/>
    <dgm:cxn modelId="{3951CF1F-DCCC-40F7-93CA-2E90CD6A0354}" type="presParOf" srcId="{79226092-F67B-49D3-A679-A87FB88BAB81}" destId="{02555AF0-081B-40B7-AA94-23A79B37C58B}" srcOrd="3" destOrd="0" presId="urn:microsoft.com/office/officeart/2005/8/layout/hChevron3"/>
    <dgm:cxn modelId="{5AAEA64C-92BB-4B0A-985D-544C9CBCB47E}" type="presParOf" srcId="{79226092-F67B-49D3-A679-A87FB88BAB81}" destId="{FBDD6EBB-4A8D-400C-855F-DBD2516205DD}" srcOrd="4" destOrd="0" presId="urn:microsoft.com/office/officeart/2005/8/layout/hChevron3"/>
    <dgm:cxn modelId="{08D1F214-18FC-4942-9ECF-7E6ADEDC636F}" type="presParOf" srcId="{79226092-F67B-49D3-A679-A87FB88BAB81}" destId="{FD53AF77-2E0D-423C-B9B0-6A1FD23ACFC3}" srcOrd="5" destOrd="0" presId="urn:microsoft.com/office/officeart/2005/8/layout/hChevron3"/>
    <dgm:cxn modelId="{DFD1C324-8A7C-4A7A-8E45-5049C08E2AF1}" type="presParOf" srcId="{79226092-F67B-49D3-A679-A87FB88BAB81}" destId="{822D7ADB-6FB5-4EBB-8C61-68B88782D634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C2812-F9E3-4421-98B7-7F0AFE9C38E6}">
      <dsp:nvSpPr>
        <dsp:cNvPr id="0" name=""/>
        <dsp:cNvSpPr/>
      </dsp:nvSpPr>
      <dsp:spPr>
        <a:xfrm>
          <a:off x="0" y="2162774"/>
          <a:ext cx="1742705" cy="697082"/>
        </a:xfrm>
        <a:prstGeom prst="homePlate">
          <a:avLst/>
        </a:prstGeom>
        <a:solidFill>
          <a:schemeClr val="tx2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i="0" kern="1200" dirty="0" smtClean="0">
              <a:latin typeface="Arial Black" pitchFamily="34" charset="0"/>
            </a:rPr>
            <a:t>1.MVP</a:t>
          </a:r>
        </a:p>
      </dsp:txBody>
      <dsp:txXfrm>
        <a:off x="0" y="2162774"/>
        <a:ext cx="1568435" cy="697082"/>
      </dsp:txXfrm>
    </dsp:sp>
    <dsp:sp modelId="{DFAAD142-47BD-4608-B8CB-05140AD58B67}">
      <dsp:nvSpPr>
        <dsp:cNvPr id="0" name=""/>
        <dsp:cNvSpPr/>
      </dsp:nvSpPr>
      <dsp:spPr>
        <a:xfrm>
          <a:off x="1395901" y="2171738"/>
          <a:ext cx="1742705" cy="697082"/>
        </a:xfrm>
        <a:prstGeom prst="chevron">
          <a:avLst/>
        </a:prstGeom>
        <a:solidFill>
          <a:schemeClr val="tx2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 smtClean="0">
              <a:latin typeface="Arial Black" pitchFamily="34" charset="0"/>
            </a:rPr>
            <a:t>2.TEST</a:t>
          </a:r>
          <a:endParaRPr lang="en-IN" sz="1000" b="1" kern="1200" dirty="0">
            <a:latin typeface="Arial Black" pitchFamily="34" charset="0"/>
          </a:endParaRPr>
        </a:p>
      </dsp:txBody>
      <dsp:txXfrm>
        <a:off x="1744442" y="2171738"/>
        <a:ext cx="1045623" cy="697082"/>
      </dsp:txXfrm>
    </dsp:sp>
    <dsp:sp modelId="{FBDD6EBB-4A8D-400C-855F-DBD2516205DD}">
      <dsp:nvSpPr>
        <dsp:cNvPr id="0" name=""/>
        <dsp:cNvSpPr/>
      </dsp:nvSpPr>
      <dsp:spPr>
        <a:xfrm>
          <a:off x="2790066" y="2171738"/>
          <a:ext cx="1742705" cy="697082"/>
        </a:xfrm>
        <a:prstGeom prst="chevron">
          <a:avLst/>
        </a:prstGeom>
        <a:solidFill>
          <a:schemeClr val="tx2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 smtClean="0">
              <a:latin typeface="Arial Black" pitchFamily="34" charset="0"/>
            </a:rPr>
            <a:t>3.INTEGRATE</a:t>
          </a:r>
          <a:endParaRPr lang="en-IN" sz="1000" b="1" kern="1200" dirty="0">
            <a:latin typeface="Arial Black" pitchFamily="34" charset="0"/>
          </a:endParaRPr>
        </a:p>
      </dsp:txBody>
      <dsp:txXfrm>
        <a:off x="3138607" y="2171738"/>
        <a:ext cx="1045623" cy="697082"/>
      </dsp:txXfrm>
    </dsp:sp>
    <dsp:sp modelId="{822D7ADB-6FB5-4EBB-8C61-68B88782D634}">
      <dsp:nvSpPr>
        <dsp:cNvPr id="0" name=""/>
        <dsp:cNvSpPr/>
      </dsp:nvSpPr>
      <dsp:spPr>
        <a:xfrm>
          <a:off x="4184231" y="2171738"/>
          <a:ext cx="1742705" cy="697082"/>
        </a:xfrm>
        <a:prstGeom prst="chevron">
          <a:avLst/>
        </a:prstGeom>
        <a:solidFill>
          <a:schemeClr val="tx2"/>
        </a:solidFill>
        <a:ln w="381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 smtClean="0">
              <a:latin typeface="Arial Black" pitchFamily="34" charset="0"/>
            </a:rPr>
            <a:t>4.SCALE</a:t>
          </a:r>
          <a:endParaRPr lang="en-IN" sz="1000" b="1" kern="1200" dirty="0">
            <a:latin typeface="Arial Black" pitchFamily="34" charset="0"/>
          </a:endParaRPr>
        </a:p>
      </dsp:txBody>
      <dsp:txXfrm>
        <a:off x="4532772" y="2171738"/>
        <a:ext cx="1045623" cy="697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20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77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10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80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14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3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25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112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33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48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87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57EBE-59ED-40D0-8625-51D2857A14DC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2974D-5644-48FA-8891-FC1BC09545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6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475656" y="1196752"/>
            <a:ext cx="5928674" cy="5040560"/>
            <a:chOff x="1475656" y="1196752"/>
            <a:chExt cx="6648400" cy="5661248"/>
          </a:xfrm>
        </p:grpSpPr>
        <p:graphicFrame>
          <p:nvGraphicFramePr>
            <p:cNvPr id="6" name="Diagram 5"/>
            <p:cNvGraphicFramePr/>
            <p:nvPr>
              <p:extLst>
                <p:ext uri="{D42A27DB-BD31-4B8C-83A1-F6EECF244321}">
                  <p14:modId xmlns:p14="http://schemas.microsoft.com/office/powerpoint/2010/main" val="1013266290"/>
                </p:ext>
              </p:extLst>
            </p:nvPr>
          </p:nvGraphicFramePr>
          <p:xfrm>
            <a:off x="1475656" y="1196752"/>
            <a:ext cx="6648400" cy="566124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9712" y="4437110"/>
              <a:ext cx="624099" cy="62409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3888" y="4461129"/>
              <a:ext cx="576064" cy="57606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0072" y="4556447"/>
              <a:ext cx="509296" cy="50929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4248" y="4461129"/>
              <a:ext cx="600082" cy="6000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557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626062"/>
              </p:ext>
            </p:extLst>
          </p:nvPr>
        </p:nvGraphicFramePr>
        <p:xfrm>
          <a:off x="1524000" y="1397000"/>
          <a:ext cx="6096000" cy="203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CHALLENGES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SOLUTIONS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iGOT</a:t>
                      </a:r>
                      <a:r>
                        <a:rPr lang="en-US" sz="1500" b="0" i="1" baseline="0" dirty="0" smtClean="0"/>
                        <a:t> API Access</a:t>
                      </a:r>
                      <a:endParaRPr lang="en-IN" sz="15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iGOT</a:t>
                      </a:r>
                      <a:r>
                        <a:rPr lang="en-US" sz="1500" b="0" i="1" baseline="0" dirty="0" smtClean="0"/>
                        <a:t> </a:t>
                      </a:r>
                      <a:r>
                        <a:rPr lang="en-US" sz="1500" b="0" i="1" dirty="0" smtClean="0"/>
                        <a:t>Adapter + Mock API</a:t>
                      </a:r>
                      <a:endParaRPr lang="en-IN" sz="1500" b="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AI</a:t>
                      </a:r>
                      <a:r>
                        <a:rPr lang="en-US" sz="1500" b="0" i="1" baseline="0" dirty="0" smtClean="0"/>
                        <a:t> – generated Errors</a:t>
                      </a:r>
                      <a:endParaRPr lang="en-IN" sz="15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RAG</a:t>
                      </a:r>
                      <a:r>
                        <a:rPr lang="en-US" sz="1500" b="0" i="1" baseline="0" dirty="0" smtClean="0"/>
                        <a:t> + Question validation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Different</a:t>
                      </a:r>
                      <a:r>
                        <a:rPr lang="en-US" sz="1500" b="0" i="1" baseline="0" dirty="0" smtClean="0"/>
                        <a:t> skill Needs</a:t>
                      </a:r>
                      <a:endParaRPr lang="en-IN" sz="15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Role-based</a:t>
                      </a:r>
                      <a:r>
                        <a:rPr lang="en-US" sz="1500" b="0" i="1" baseline="0" dirty="0" smtClean="0"/>
                        <a:t> Competency Mapping </a:t>
                      </a:r>
                      <a:endParaRPr lang="en-IN" sz="1500" b="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Data Security</a:t>
                      </a:r>
                      <a:endParaRPr lang="en-IN" sz="15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500" b="0" i="1" dirty="0" smtClean="0"/>
                        <a:t>RBAC +Secure API</a:t>
                      </a:r>
                      <a:endParaRPr lang="en-IN" sz="1500" b="0" i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51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34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2026-08-29T06:21:17Z</dcterms:created>
  <dcterms:modified xsi:type="dcterms:W3CDTF">2026-08-29T07:02:44Z</dcterms:modified>
</cp:coreProperties>
</file>